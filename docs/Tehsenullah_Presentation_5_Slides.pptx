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20040"/>
            <a:ext cx="11551615" cy="62179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19456" cy="6217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800">
                <a:solidFill>
                  <a:srgbClr val="F8FAFC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</a:rPr>
              <a:t>Tehsenullah | Aspiring Chemistry Researcher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5303520" cy="34747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53035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11680"/>
            <a:ext cx="47548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F8FAFC"/>
                </a:solidFill>
              </a:rPr>
              <a:t>Profile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Name: Tehsenullah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Hometown: Swat, Pakistan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Education: B.S. Chemistry, University of Swat (2017)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CGPA: 3.8 / 4.0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Merit Certificate: 1st 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846320" cy="34747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4846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2976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F8FAFC"/>
                </a:solidFill>
              </a:rPr>
              <a:t>Academic Identity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Driven by scientific curiosity and research rigor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Strong foundation in analytical and synthetic chemistry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Committed to impactful, sustainable 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Slide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20040"/>
            <a:ext cx="11551615" cy="62179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19456" cy="6217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800">
                <a:solidFill>
                  <a:srgbClr val="F8FAFC"/>
                </a:solidFill>
              </a:rPr>
              <a:t>Education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</a:rPr>
              <a:t>University of Swat | Chemistry Training and 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10378440" cy="35661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3784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11680"/>
            <a:ext cx="9829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F8FAFC"/>
                </a:solidFill>
              </a:rPr>
              <a:t>Academic and Laboratory Foundation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Completed academic career at University of Swat with a strong GPA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Gained practical experience in chemical handling and laboratory techniques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Performed experiments across multiple branches of chemistry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Specialized in Organic Chemistry with focus on research and medicinal chemistry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Worked on isolated and synthesized compounds for chemical and biological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Slide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20040"/>
            <a:ext cx="11551615" cy="62179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19456" cy="6217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800">
                <a:solidFill>
                  <a:srgbClr val="F8FAFC"/>
                </a:solidFill>
              </a:rPr>
              <a:t>Achievements and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</a:rPr>
              <a:t>Research Outcomes and Professional 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4983480" cy="3657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4983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44348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F8FAFC"/>
                </a:solidFill>
              </a:rPr>
              <a:t>Research Achievements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Catalysis: Developed metal-based catalysts for CO2 to methanol conversion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Organic Synthesis: Prepared mercaptobenzimidazole derivatives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Chemical Analysis: Water and soil testing with WHO-compliant outcomes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Biological Activities: Evaluated Mentha longifolia chloroform extract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4983480" cy="3657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49834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965960"/>
            <a:ext cx="44348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F8FAFC"/>
                </a:solidFill>
              </a:rPr>
              <a:t>Core Skills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Inspiring leader with dedication, honesty, and teamwork mindset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Problem solver able to initiate and execute tasks independently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Hands-on proficiency with laboratory instruments and protocols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Experienced in chemical handling and advanced lab techniques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Slide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20040"/>
            <a:ext cx="11551615" cy="62179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19456" cy="6217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800">
                <a:solidFill>
                  <a:srgbClr val="F8FAFC"/>
                </a:solidFill>
              </a:rPr>
              <a:t>Master's Research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</a:rPr>
              <a:t>Future Direction in Advanced Chemistry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291840" cy="3657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32918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2743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F8FAFC"/>
                </a:solidFill>
              </a:rPr>
              <a:t>Main Interests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Modern catalysis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Organic synthesis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Organic polymers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291840" cy="3657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78308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2743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F8FAFC"/>
                </a:solidFill>
              </a:rPr>
              <a:t>Research Goals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Design selective and efficient catalysts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Build complex molecules and functional polymers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Promote sustainable processes with low energy use and waste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83080"/>
            <a:ext cx="3154680" cy="3657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783080"/>
            <a:ext cx="31546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26060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F8FAFC"/>
                </a:solidFill>
              </a:rPr>
              <a:t>Applications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Stimuli-responsive polymers for drug delivery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Biodegradable plastics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Smart materials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Slide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20040"/>
            <a:ext cx="11551615" cy="62179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219456" cy="6217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800">
                <a:solidFill>
                  <a:srgbClr val="F8FAFC"/>
                </a:solidFill>
              </a:rPr>
              <a:t>Goals and Closing Remarks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</a:rPr>
              <a:t>Long-term vision and contribution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378440" cy="3840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103784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98298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>
                <a:solidFill>
                  <a:srgbClr val="F8FAFC"/>
                </a:solidFill>
              </a:rPr>
              <a:t>Vision Statement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Short-term plans are evolving, but long-term vision is clear: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To become a pioneering researcher in chemistry and create impactful solutions.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Thank you for your attention and patience.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Joining Beijing University of Chemical Technology would be an incredible opportunity.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I am eager to contribute to chemistry advancement and strengthen the university's reputation.</a:t>
            </a:r>
          </a:p>
          <a:p>
            <a:pPr>
              <a:spcBef>
                <a:spcPts val="400"/>
              </a:spcBef>
              <a:defRPr sz="1500">
                <a:solidFill>
                  <a:srgbClr val="CBD5E1"/>
                </a:solidFill>
              </a:defRPr>
            </a:pPr>
            <a:r>
              <a:t>I am ready to answer your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3550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</a:rPr>
              <a:t>Slide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